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covers 'agentic-ai-azure-week03-04-agent-framework' — Weeks 3-4 · Microsoft Agent Framework. Frame the problem and why it matters, then walk the class through the learning goal, the enterprise use case, the architecture/flow, the key concepts, a live run in VS Code, and the architect's takeaways. The repo runs locally with no Azure, so demo it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[Learning goal] Walk through these talking points:</a:t>
            </a:r>
          </a:p>
          <a:p>
            <a:r>
              <a:t>- Use memory, middleware and grounding tools</a:t>
            </a:r>
          </a:p>
          <a:p>
            <a:r>
              <a:t>- Stream responses; define agents declaratively</a:t>
            </a:r>
          </a:p>
          <a:p>
            <a:r>
              <a:t>- Apply governance without touching agent logic</a:t>
            </a:r>
          </a:p>
          <a:p>
            <a:r>
              <a:t>Ask the class: which of these ideas is new to you?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[Enterprise use case] Walk through these talking points:</a:t>
            </a:r>
          </a:p>
          <a:p>
            <a:r>
              <a:t>- Wealth Management Research Assistant</a:t>
            </a:r>
          </a:p>
          <a:p>
            <a:r>
              <a:t>- Pulls holdings + market data, keeps session memory</a:t>
            </a:r>
          </a:p>
          <a:p>
            <a:r>
              <a:t>- Redacts PII in; injects compliance disclaimer out</a:t>
            </a:r>
          </a:p>
          <a:p>
            <a:r>
              <a:t>Tip: relate this to a regulated scenario your students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[Architecture / flow] Walk through these talking points:</a:t>
            </a:r>
          </a:p>
          <a:p>
            <a:r>
              <a:t>- Tools: get_holdings, get_market_data</a:t>
            </a:r>
          </a:p>
          <a:p>
            <a:r>
              <a:t>- Middleware: PII redaction (in) + disclaimer (out)</a:t>
            </a:r>
          </a:p>
          <a:p>
            <a:r>
              <a:t>- Memory: in-memory (mock) or durable Cosmos DB</a:t>
            </a:r>
          </a:p>
          <a:p>
            <a:r>
              <a:t>- Partitioned by sessionId; survives restarts</a:t>
            </a:r>
          </a:p>
          <a:p>
            <a:r>
              <a:t>Demo: trace a single request through these steps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[Key concepts] Walk through these talking points:</a:t>
            </a:r>
          </a:p>
          <a:p>
            <a:r>
              <a:t>- Pluggable memory store (InMemory / Cosmos)</a:t>
            </a:r>
          </a:p>
          <a:p>
            <a:r>
              <a:t>- Middleware as a governance seam</a:t>
            </a:r>
          </a:p>
          <a:p>
            <a:r>
              <a:t>- Memory tiers: Redis vs. Cosmos vs. AI Search</a:t>
            </a:r>
          </a:p>
          <a:p>
            <a:r>
              <a:t>Open the named file in the repo while you explain each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[Run it (VS Code — no Azure needed)] Walk through these talking points:</a:t>
            </a:r>
          </a:p>
          <a:p>
            <a:r>
              <a:t>- git clone the repo, then open it in VS Code</a:t>
            </a:r>
          </a:p>
          <a:p>
            <a:r>
              <a:t>- python -m venv .venv  →  activate it</a:t>
            </a:r>
          </a:p>
          <a:p>
            <a:r>
              <a:t>- pip install -r requirements.txt</a:t>
            </a:r>
          </a:p>
          <a:p>
            <a:r>
              <a:t>- uvicorn app.main:app --reload</a:t>
            </a:r>
          </a:p>
          <a:p>
            <a:r>
              <a:t>- Open /docs and call  POST /api/v1/research</a:t>
            </a:r>
          </a:p>
          <a:p>
            <a:r>
              <a:t>- Runs in MOCK mode — no Azure/keys needed</a:t>
            </a:r>
          </a:p>
          <a:p>
            <a:r>
              <a:t>Do this live: clone → install → run → hit /docs.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[Architect's takeaways] Walk through these talking points:</a:t>
            </a:r>
          </a:p>
          <a:p>
            <a:r>
              <a:t>- Cost &amp; consistency trade-offs across memory tiers</a:t>
            </a:r>
          </a:p>
          <a:p>
            <a:r>
              <a:t>- Declarative (YAML) vs. code-first for CI/CD</a:t>
            </a:r>
          </a:p>
          <a:p>
            <a:r>
              <a:t>- Enforce policy at the seam, not in business logic</a:t>
            </a:r>
          </a:p>
          <a:p>
            <a:r>
              <a:t>Discussion: when would you NOT choose this approach?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9144000" cy="1737360"/>
          </a:xfrm>
          <a:prstGeom prst="rect">
            <a:avLst/>
          </a:prstGeom>
          <a:solidFill>
            <a:srgbClr val="0F6C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5740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</a:rPr>
              <a:t>agentic-ai-azure-week03-04-agent-framework</a:t>
            </a:r>
          </a:p>
          <a:p>
            <a:r>
              <a:rPr sz="1600">
                <a:solidFill>
                  <a:srgbClr val="FFFFFF"/>
                </a:solidFill>
              </a:rPr>
              <a:t>Weeks 3-4 · Microsoft Agent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0F6CBD"/>
                </a:solidFill>
              </a:rPr>
              <a:t>Agentic AI on Azure — Enterprise Master Class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Learning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Use memory, middleware and grounding tools</a:t>
            </a:r>
          </a:p>
          <a:p>
            <a:r>
              <a:rPr sz="1800">
                <a:solidFill>
                  <a:srgbClr val="202020"/>
                </a:solidFill>
              </a:rPr>
              <a:t>Stream responses; define agents declaratively</a:t>
            </a:r>
          </a:p>
          <a:p>
            <a:r>
              <a:rPr sz="1800">
                <a:solidFill>
                  <a:srgbClr val="202020"/>
                </a:solidFill>
              </a:rPr>
              <a:t>Apply governance without touching agent logic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Enterprise use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Wealth Management Research Assistant</a:t>
            </a:r>
          </a:p>
          <a:p>
            <a:r>
              <a:rPr sz="1800">
                <a:solidFill>
                  <a:srgbClr val="202020"/>
                </a:solidFill>
              </a:rPr>
              <a:t>Pulls holdings + market data, keeps session memory</a:t>
            </a:r>
          </a:p>
          <a:p>
            <a:r>
              <a:rPr sz="1800">
                <a:solidFill>
                  <a:srgbClr val="202020"/>
                </a:solidFill>
              </a:rPr>
              <a:t>Redacts PII in; injects compliance disclaimer out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Architecture /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Tools: get_holdings, get_market_data</a:t>
            </a:r>
          </a:p>
          <a:p>
            <a:r>
              <a:rPr sz="1800">
                <a:solidFill>
                  <a:srgbClr val="202020"/>
                </a:solidFill>
              </a:rPr>
              <a:t>Middleware: PII redaction (in) + disclaimer (out)</a:t>
            </a:r>
          </a:p>
          <a:p>
            <a:r>
              <a:rPr sz="1800">
                <a:solidFill>
                  <a:srgbClr val="202020"/>
                </a:solidFill>
              </a:rPr>
              <a:t>Memory: in-memory (mock) or durable Cosmos DB</a:t>
            </a:r>
          </a:p>
          <a:p>
            <a:r>
              <a:rPr sz="1800">
                <a:solidFill>
                  <a:srgbClr val="202020"/>
                </a:solidFill>
              </a:rPr>
              <a:t>Partitioned by sessionId; survives restarts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Pluggable memory store (InMemory / Cosmos)</a:t>
            </a:r>
          </a:p>
          <a:p>
            <a:r>
              <a:rPr sz="1800">
                <a:solidFill>
                  <a:srgbClr val="202020"/>
                </a:solidFill>
              </a:rPr>
              <a:t>Middleware as a governance seam</a:t>
            </a:r>
          </a:p>
          <a:p>
            <a:r>
              <a:rPr sz="1800">
                <a:solidFill>
                  <a:srgbClr val="202020"/>
                </a:solidFill>
              </a:rPr>
              <a:t>Memory tiers: Redis vs. Cosmos vs. AI Search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Run it (VS Code — no Azure needed)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git clone the repo, then open it in VS Code</a:t>
            </a:r>
          </a:p>
          <a:p>
            <a:r>
              <a:rPr sz="1800">
                <a:solidFill>
                  <a:srgbClr val="202020"/>
                </a:solidFill>
              </a:rPr>
              <a:t>python -m venv .venv  →  activate it</a:t>
            </a:r>
          </a:p>
          <a:p>
            <a:r>
              <a:rPr sz="1800">
                <a:solidFill>
                  <a:srgbClr val="202020"/>
                </a:solidFill>
              </a:rPr>
              <a:t>pip install -r requirements.txt</a:t>
            </a:r>
          </a:p>
          <a:p>
            <a:r>
              <a:rPr sz="1800">
                <a:solidFill>
                  <a:srgbClr val="202020"/>
                </a:solidFill>
              </a:rPr>
              <a:t>uvicorn app.main:app --reload</a:t>
            </a:r>
          </a:p>
          <a:p>
            <a:r>
              <a:rPr sz="1800">
                <a:solidFill>
                  <a:srgbClr val="202020"/>
                </a:solidFill>
              </a:rPr>
              <a:t>Open /docs and call  POST /api/v1/research</a:t>
            </a:r>
          </a:p>
          <a:p>
            <a:r>
              <a:rPr sz="1800">
                <a:solidFill>
                  <a:srgbClr val="202020"/>
                </a:solidFill>
              </a:rPr>
              <a:t>Runs in MOCK mode — no Azure/keys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0F6CBD"/>
                </a:solidFill>
              </a:rPr>
              <a:t>Architect's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>
                <a:solidFill>
                  <a:srgbClr val="202020"/>
                </a:solidFill>
              </a:rPr>
              <a:t>Cost &amp; consistency trade-offs across memory tiers</a:t>
            </a:r>
          </a:p>
          <a:p>
            <a:r>
              <a:rPr sz="1800">
                <a:solidFill>
                  <a:srgbClr val="202020"/>
                </a:solidFill>
              </a:rPr>
              <a:t>Declarative (YAML) vs. code-first for CI/CD</a:t>
            </a:r>
          </a:p>
          <a:p>
            <a:r>
              <a:rPr sz="1800">
                <a:solidFill>
                  <a:srgbClr val="202020"/>
                </a:solidFill>
              </a:rPr>
              <a:t>Enforce policy at the seam, not in business logic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