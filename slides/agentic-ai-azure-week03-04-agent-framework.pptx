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agentic-ai-azure-week03-04-agent-framework</a:t>
            </a:r>
          </a:p>
          <a:p>
            <a:r>
              <a:rPr sz="1600">
                <a:solidFill>
                  <a:srgbClr val="FFFFFF"/>
                </a:solidFill>
              </a:rPr>
              <a:t>Weeks 3-4 · Microsoft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Use memory, middleware and grounding tools</a:t>
            </a:r>
          </a:p>
          <a:p>
            <a:r>
              <a:rPr sz="1800">
                <a:solidFill>
                  <a:srgbClr val="202020"/>
                </a:solidFill>
              </a:rPr>
              <a:t>Stream responses; define agents declaratively</a:t>
            </a:r>
          </a:p>
          <a:p>
            <a:r>
              <a:rPr sz="1800">
                <a:solidFill>
                  <a:srgbClr val="202020"/>
                </a:solidFill>
              </a:rPr>
              <a:t>Apply governance without touching agent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Wealth Management Research Assistant</a:t>
            </a:r>
          </a:p>
          <a:p>
            <a:r>
              <a:rPr sz="1800">
                <a:solidFill>
                  <a:srgbClr val="202020"/>
                </a:solidFill>
              </a:rPr>
              <a:t>Pulls holdings + market data, keeps session memory</a:t>
            </a:r>
          </a:p>
          <a:p>
            <a:r>
              <a:rPr sz="1800">
                <a:solidFill>
                  <a:srgbClr val="202020"/>
                </a:solidFill>
              </a:rPr>
              <a:t>Redacts PII in; injects compliance disclaimer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Tools: get_holdings, get_market_data</a:t>
            </a:r>
          </a:p>
          <a:p>
            <a:r>
              <a:rPr sz="1800">
                <a:solidFill>
                  <a:srgbClr val="202020"/>
                </a:solidFill>
              </a:rPr>
              <a:t>Middleware: PII redaction (in) + disclaimer (out)</a:t>
            </a:r>
          </a:p>
          <a:p>
            <a:r>
              <a:rPr sz="1800">
                <a:solidFill>
                  <a:srgbClr val="202020"/>
                </a:solidFill>
              </a:rPr>
              <a:t>Memory: in-memory (mock) or durable Cosmos DB</a:t>
            </a:r>
          </a:p>
          <a:p>
            <a:r>
              <a:rPr sz="1800">
                <a:solidFill>
                  <a:srgbClr val="202020"/>
                </a:solidFill>
              </a:rPr>
              <a:t>Partitioned by sessionId; survives restarts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Pluggable memory store (InMemory / Cosmos)</a:t>
            </a:r>
          </a:p>
          <a:p>
            <a:r>
              <a:rPr sz="1800">
                <a:solidFill>
                  <a:srgbClr val="202020"/>
                </a:solidFill>
              </a:rPr>
              <a:t>Middleware as a governance seam</a:t>
            </a:r>
          </a:p>
          <a:p>
            <a:r>
              <a:rPr sz="1800">
                <a:solidFill>
                  <a:srgbClr val="202020"/>
                </a:solidFill>
              </a:rPr>
              <a:t>Memory tiers: Redis vs. Cosmos vs. AI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/api/v1/research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Cost &amp; consistency trade-offs across memory tiers</a:t>
            </a:r>
          </a:p>
          <a:p>
            <a:r>
              <a:rPr sz="1800">
                <a:solidFill>
                  <a:srgbClr val="202020"/>
                </a:solidFill>
              </a:rPr>
              <a:t>Declarative (YAML) vs. code-first for CI/CD</a:t>
            </a:r>
          </a:p>
          <a:p>
            <a:r>
              <a:rPr sz="1800">
                <a:solidFill>
                  <a:srgbClr val="202020"/>
                </a:solidFill>
              </a:rPr>
              <a:t>Enforce policy at the seam, not in business 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